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1" y="1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B185B-EE15-4791-B6F1-967AEF6ACF11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BBECE-8A50-4810-BE07-AFE598DC882B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98753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B185B-EE15-4791-B6F1-967AEF6ACF11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BBECE-8A50-4810-BE07-AFE598DC88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89178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B185B-EE15-4791-B6F1-967AEF6ACF11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BBECE-8A50-4810-BE07-AFE598DC88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1334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B185B-EE15-4791-B6F1-967AEF6ACF11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BBECE-8A50-4810-BE07-AFE598DC88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18422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B185B-EE15-4791-B6F1-967AEF6ACF11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BBECE-8A50-4810-BE07-AFE598DC88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16321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B185B-EE15-4791-B6F1-967AEF6ACF11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BBECE-8A50-4810-BE07-AFE598DC88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27600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B185B-EE15-4791-B6F1-967AEF6ACF11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BBECE-8A50-4810-BE07-AFE598DC88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06472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B185B-EE15-4791-B6F1-967AEF6ACF11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BBECE-8A50-4810-BE07-AFE598DC88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44738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B185B-EE15-4791-B6F1-967AEF6ACF11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BBECE-8A50-4810-BE07-AFE598DC88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42583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B185B-EE15-4791-B6F1-967AEF6ACF11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BBECE-8A50-4810-BE07-AFE598DC88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11167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B185B-EE15-4791-B6F1-967AEF6ACF11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BBECE-8A50-4810-BE07-AFE598DC88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73530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B185B-EE15-4791-B6F1-967AEF6ACF11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BBECE-8A50-4810-BE07-AFE598DC882B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734509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B185B-EE15-4791-B6F1-967AEF6ACF11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BBECE-8A50-4810-BE07-AFE598DC88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02896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B185B-EE15-4791-B6F1-967AEF6ACF11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BBECE-8A50-4810-BE07-AFE598DC882B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317583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B185B-EE15-4791-B6F1-967AEF6ACF11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BBECE-8A50-4810-BE07-AFE598DC88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16908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B185B-EE15-4791-B6F1-967AEF6ACF11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BBECE-8A50-4810-BE07-AFE598DC88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082362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B185B-EE15-4791-B6F1-967AEF6ACF11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BBECE-8A50-4810-BE07-AFE598DC88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75194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A6FB185B-EE15-4791-B6F1-967AEF6ACF11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F32BBECE-8A50-4810-BE07-AFE598DC88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951523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F56B9-F1CC-1326-C00E-906884BE91F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Sales Performance Dashboard – Task 4</a:t>
            </a:r>
            <a:br>
              <a:rPr lang="en-US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4D7B40-6945-2030-FB16-0451D287790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Created by: Adarsh H</a:t>
            </a:r>
          </a:p>
          <a:p>
            <a:r>
              <a:rPr lang="en-US" b="1" dirty="0"/>
              <a:t>Data Analyst Intern – Task Submission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88636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C0E700-4D1C-D534-9742-9E7646B2D6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 of the Dashboard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AF85DE-2C4B-1378-6743-5E7CC1CF21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• </a:t>
            </a:r>
            <a:r>
              <a:rPr lang="en-US" dirty="0" err="1"/>
              <a:t>Analyse</a:t>
            </a:r>
            <a:r>
              <a:rPr lang="en-US" dirty="0"/>
              <a:t> overall sales performance</a:t>
            </a:r>
          </a:p>
          <a:p>
            <a:r>
              <a:rPr lang="en-US" dirty="0"/>
              <a:t>• Identify high-performing product lines</a:t>
            </a:r>
          </a:p>
          <a:p>
            <a:r>
              <a:rPr lang="en-US" dirty="0"/>
              <a:t>• Compare sales across countries and regions</a:t>
            </a:r>
          </a:p>
          <a:p>
            <a:r>
              <a:rPr lang="en-US" dirty="0"/>
              <a:t>• Understand the impact of different deal sizes</a:t>
            </a:r>
          </a:p>
          <a:p>
            <a:r>
              <a:rPr lang="en-US" dirty="0"/>
              <a:t>• Provide insights using interactive filters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206080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F0CC39-793F-9E80-FC9E-C3EA777138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867" y="5350933"/>
            <a:ext cx="8534400" cy="1507067"/>
          </a:xfrm>
        </p:spPr>
        <p:txBody>
          <a:bodyPr/>
          <a:lstStyle/>
          <a:p>
            <a:r>
              <a:rPr lang="en-IN" dirty="0"/>
              <a:t>Sales</a:t>
            </a:r>
            <a:r>
              <a:rPr lang="en-IN" dirty="0">
                <a:latin typeface="Arial Black" panose="020B0A04020102020204" pitchFamily="34" charset="0"/>
              </a:rPr>
              <a:t> </a:t>
            </a:r>
            <a:r>
              <a:rPr lang="en-IN" dirty="0">
                <a:latin typeface="Century Gothic" panose="020B0502020202020204" pitchFamily="34" charset="0"/>
              </a:rPr>
              <a:t>Dashboard</a:t>
            </a:r>
            <a:r>
              <a:rPr lang="en-IN" dirty="0">
                <a:latin typeface="Arial Black" panose="020B0A04020102020204" pitchFamily="34" charset="0"/>
              </a:rPr>
              <a:t> </a:t>
            </a:r>
            <a:r>
              <a:rPr lang="en-IN" dirty="0"/>
              <a:t>Overview</a:t>
            </a:r>
            <a:br>
              <a:rPr lang="en-IN" dirty="0"/>
            </a:br>
            <a:endParaRPr lang="en-IN" dirty="0"/>
          </a:p>
        </p:txBody>
      </p:sp>
      <p:pic>
        <p:nvPicPr>
          <p:cNvPr id="4" name="Picture 3" descr="A screenshot of a computer dashboard&#10;&#10;AI-generated content may be incorrect.">
            <a:extLst>
              <a:ext uri="{FF2B5EF4-FFF2-40B4-BE49-F238E27FC236}">
                <a16:creationId xmlns:a16="http://schemas.microsoft.com/office/drawing/2014/main" id="{994C9266-E7E1-69F0-FF4B-D583C8A276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9797" y="89704"/>
            <a:ext cx="8651666" cy="4708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26457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5CFC7-1AEB-47AD-D2AA-966A20B4A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Insights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6C986E-EA30-439E-48E8-5C5738D9D4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• Classic Cars is the highest-selling product category</a:t>
            </a:r>
          </a:p>
          <a:p>
            <a:r>
              <a:rPr lang="en-US" dirty="0"/>
              <a:t>• USA and Europe generate the largest revenue</a:t>
            </a:r>
          </a:p>
          <a:p>
            <a:r>
              <a:rPr lang="en-US" dirty="0"/>
              <a:t>• Medium deal-size accounts for the majority of total sales</a:t>
            </a:r>
          </a:p>
          <a:p>
            <a:r>
              <a:rPr lang="en-US" dirty="0"/>
              <a:t>• Sales trend shows ups and downs with seasonal variations</a:t>
            </a:r>
          </a:p>
          <a:p>
            <a:r>
              <a:rPr lang="en-US" dirty="0"/>
              <a:t>• Strong demand observed in automotive-themed product lines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740297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57B70-338D-7B7E-6A26-6DCA7C486C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Tools &amp; Dataset Used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37AAA1-C877-C974-0292-C91DA27197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• Microsoft Power BI</a:t>
            </a:r>
          </a:p>
          <a:p>
            <a:r>
              <a:rPr lang="en-IN" dirty="0"/>
              <a:t>• Data Transformation using Power Query</a:t>
            </a:r>
          </a:p>
          <a:p>
            <a:r>
              <a:rPr lang="en-IN" dirty="0"/>
              <a:t>• Visual Analytics through Power BI charts</a:t>
            </a:r>
          </a:p>
          <a:p>
            <a:r>
              <a:rPr lang="en-IN" dirty="0"/>
              <a:t>• Sales Dataset from Kaggle (Sales Data Sample)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944595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29FE0-2709-1103-A776-E3418FB4A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Thank You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6DC0D3-677F-8447-A553-93B65135D8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For Queries:</a:t>
            </a:r>
          </a:p>
          <a:p>
            <a:r>
              <a:rPr lang="en-IN" dirty="0"/>
              <a:t>Adarsh H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63814378"/>
      </p:ext>
    </p:extLst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16</TotalTime>
  <Words>145</Words>
  <Application>Microsoft Office PowerPoint</Application>
  <PresentationFormat>Widescreen</PresentationFormat>
  <Paragraphs>24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 Black</vt:lpstr>
      <vt:lpstr>Century Gothic</vt:lpstr>
      <vt:lpstr>Wingdings 3</vt:lpstr>
      <vt:lpstr>Slice</vt:lpstr>
      <vt:lpstr>Sales Performance Dashboard – Task 4 </vt:lpstr>
      <vt:lpstr>Objective of the Dashboard </vt:lpstr>
      <vt:lpstr>Sales Dashboard Overview </vt:lpstr>
      <vt:lpstr>Key Insights </vt:lpstr>
      <vt:lpstr>Tools &amp; Dataset Used 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Adarsh Das</dc:creator>
  <cp:lastModifiedBy>Adarsh Das</cp:lastModifiedBy>
  <cp:revision>1</cp:revision>
  <dcterms:created xsi:type="dcterms:W3CDTF">2025-11-18T12:50:00Z</dcterms:created>
  <dcterms:modified xsi:type="dcterms:W3CDTF">2025-11-18T13:06:52Z</dcterms:modified>
</cp:coreProperties>
</file>